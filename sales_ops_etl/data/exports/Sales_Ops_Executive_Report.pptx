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Sales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FDBFE"/>
                </a:solidFill>
              </a:rPr>
              <a:t>KPI Reporting &amp;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Automated ETL Pipeline  |  Statistical Analysis  |  Executive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237744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$7.9M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Total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377440"/>
            <a:ext cx="237744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14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39.2%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Avg Win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237744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14.1%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Avg Quota Attainment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377440"/>
            <a:ext cx="237744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Territories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Period: Jan 2023 – Dec 2024  |  Data Source: CRM + ERP + Marketing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Monthly Revenue Performance</a:t>
            </a:r>
          </a:p>
        </p:txBody>
      </p:sp>
      <p:pic>
        <p:nvPicPr>
          <p:cNvPr id="4" name="Picture 3" descr="_char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229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61120" y="822960"/>
            <a:ext cx="292608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914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</a:rPr>
              <a:t>+14.2%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Avg MoM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Win Rate Analysis</a:t>
            </a:r>
          </a:p>
        </p:txBody>
      </p:sp>
      <p:pic>
        <p:nvPicPr>
          <p:cNvPr id="4" name="Picture 3" descr="_chart_win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229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61120" y="822960"/>
            <a:ext cx="2926080" cy="1645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914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Top Performer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234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</a:rPr>
              <a:t>Castillo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</a:rPr>
              <a:t>54.4% win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Territory Performance</a:t>
            </a:r>
          </a:p>
        </p:txBody>
      </p:sp>
      <p:pic>
        <p:nvPicPr>
          <p:cNvPr id="4" name="Picture 3" descr="_chart_terri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Win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Average 39.2% — exceeds industry benchmark of 25–30%.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Quota Attainment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Team avg 14.1% — focus coaching on reps below 80%.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Forecast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502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Avg MAPE 10.7% — refine inputs for outlier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19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46319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Sales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3036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Avg 66 days — identify bottlenecks in Proposal stage.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